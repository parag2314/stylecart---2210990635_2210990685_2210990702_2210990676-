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3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7" r:id="rId11"/>
    <p:sldId id="261" r:id="rId12"/>
    <p:sldId id="262" r:id="rId1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Shape 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" name="Google Shape;16;p7"/>
          <p:cNvSpPr/>
          <p:nvPr/>
        </p:nvSpPr>
        <p:spPr>
          <a:xfrm rot="10800000" flipH="1">
            <a:off x="0" y="6705600"/>
            <a:ext cx="9144000" cy="198117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4" name="Google Shape;17;p7" descr="Google Shape;17;p7"/>
          <p:cNvPicPr>
            <a:picLocks noChangeAspect="1"/>
          </p:cNvPicPr>
          <p:nvPr/>
        </p:nvPicPr>
        <p:blipFill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Google Shape;18;p7" descr="Google Shape;18;p7"/>
          <p:cNvPicPr>
            <a:picLocks noChangeAspect="1"/>
          </p:cNvPicPr>
          <p:nvPr/>
        </p:nvPicPr>
        <p:blipFill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oogle Shape;19;p7"/>
          <p:cNvGrpSpPr/>
          <p:nvPr/>
        </p:nvGrpSpPr>
        <p:grpSpPr>
          <a:xfrm>
            <a:off x="6146800" y="-1"/>
            <a:ext cx="2997200" cy="876301"/>
            <a:chOff x="0" y="0"/>
            <a:chExt cx="2997200" cy="876300"/>
          </a:xfrm>
        </p:grpSpPr>
        <p:sp>
          <p:nvSpPr>
            <p:cNvPr id="6" name="Google Shape;20;p7"/>
            <p:cNvSpPr/>
            <p:nvPr/>
          </p:nvSpPr>
          <p:spPr>
            <a:xfrm>
              <a:off x="0" y="-1"/>
              <a:ext cx="2997200" cy="838201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pic>
          <p:nvPicPr>
            <p:cNvPr id="7" name="Google Shape;21;p7" descr="Google Shape;21;p7"/>
            <p:cNvPicPr>
              <a:picLocks noChangeAspect="1"/>
            </p:cNvPicPr>
            <p:nvPr/>
          </p:nvPicPr>
          <p:blipFill>
            <a:blip r:embed="rId3"/>
            <a:srcRect b="10713"/>
            <a:stretch>
              <a:fillRect/>
            </a:stretch>
          </p:blipFill>
          <p:spPr>
            <a:xfrm>
              <a:off x="406400" y="228600"/>
              <a:ext cx="2057400" cy="635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Google Shape;22;p7"/>
            <p:cNvSpPr/>
            <p:nvPr/>
          </p:nvSpPr>
          <p:spPr>
            <a:xfrm>
              <a:off x="381000" y="190500"/>
              <a:ext cx="2076450" cy="6858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0" name="Google Shape;23;p7" descr="Google Shape;23;p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Google Shape;25;p8" descr="Google Shape;25;p8"/>
          <p:cNvPicPr>
            <a:picLocks noChangeAspect="1"/>
          </p:cNvPicPr>
          <p:nvPr/>
        </p:nvPicPr>
        <p:blipFill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oogle Shape;26;p8"/>
          <p:cNvGrpSpPr/>
          <p:nvPr/>
        </p:nvGrpSpPr>
        <p:grpSpPr>
          <a:xfrm>
            <a:off x="6146800" y="-1"/>
            <a:ext cx="2997200" cy="876301"/>
            <a:chOff x="0" y="0"/>
            <a:chExt cx="2997200" cy="876300"/>
          </a:xfrm>
        </p:grpSpPr>
        <p:sp>
          <p:nvSpPr>
            <p:cNvPr id="12" name="Google Shape;27;p8"/>
            <p:cNvSpPr/>
            <p:nvPr/>
          </p:nvSpPr>
          <p:spPr>
            <a:xfrm>
              <a:off x="0" y="-1"/>
              <a:ext cx="2997200" cy="838201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pic>
          <p:nvPicPr>
            <p:cNvPr id="13" name="Google Shape;28;p8" descr="Google Shape;28;p8"/>
            <p:cNvPicPr>
              <a:picLocks noChangeAspect="1"/>
            </p:cNvPicPr>
            <p:nvPr/>
          </p:nvPicPr>
          <p:blipFill>
            <a:blip r:embed="rId3"/>
            <a:srcRect b="10713"/>
            <a:stretch>
              <a:fillRect/>
            </a:stretch>
          </p:blipFill>
          <p:spPr>
            <a:xfrm>
              <a:off x="406400" y="228600"/>
              <a:ext cx="2057400" cy="635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Google Shape;29;p8"/>
            <p:cNvSpPr/>
            <p:nvPr/>
          </p:nvSpPr>
          <p:spPr>
            <a:xfrm>
              <a:off x="381000" y="190500"/>
              <a:ext cx="2076450" cy="6858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6" name="Google Shape;30;p8" descr="Google Shape;30;p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63385" marR="0" indent="-391885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85900" marR="0" indent="-4572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345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17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489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061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633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05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38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39" name="Google Shape;48;p1"/>
          <p:cNvSpPr txBox="1"/>
          <p:nvPr/>
        </p:nvSpPr>
        <p:spPr>
          <a:xfrm>
            <a:off x="58325" y="1785119"/>
            <a:ext cx="9027350" cy="40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/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br>
              <a:rPr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1F2C9-C5A9-4DA0-CE10-E5ADC8356621}"/>
              </a:ext>
            </a:extLst>
          </p:cNvPr>
          <p:cNvSpPr txBox="1"/>
          <p:nvPr/>
        </p:nvSpPr>
        <p:spPr>
          <a:xfrm>
            <a:off x="198120" y="1066496"/>
            <a:ext cx="8778240" cy="55604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2 Project at Industry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StyleCart</a:t>
            </a:r>
          </a:p>
          <a:p>
            <a:pPr algn="ctr">
              <a:spcBef>
                <a:spcPts val="400"/>
              </a:spcBef>
            </a:pPr>
            <a:r>
              <a:rPr lang="en-IN" sz="2400" b="1" dirty="0"/>
              <a:t>E-commerce Web Application</a:t>
            </a:r>
          </a:p>
          <a:p>
            <a:pPr algn="ctr">
              <a:spcBef>
                <a:spcPts val="400"/>
              </a:spcBef>
            </a:pPr>
            <a:b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Parag </a:t>
            </a: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(2210990635)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Priyanshu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(2210990685)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Rahul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(2210990702)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Pratham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(2210990676)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5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15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55FE-4297-F836-D963-46B5EC73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0DF61C-0EBE-133A-4FA6-695E2C0DF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2712" y="1302712"/>
            <a:ext cx="8418576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JavaScript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&amp; GitHub </a:t>
            </a:r>
          </a:p>
        </p:txBody>
      </p:sp>
    </p:spTree>
    <p:extLst>
      <p:ext uri="{BB962C8B-B14F-4D97-AF65-F5344CB8AC3E}">
        <p14:creationId xmlns:p14="http://schemas.microsoft.com/office/powerpoint/2010/main" val="310996566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42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3" name="Google Shape;48;p1"/>
          <p:cNvSpPr txBox="1"/>
          <p:nvPr/>
        </p:nvSpPr>
        <p:spPr>
          <a:xfrm>
            <a:off x="2933604" y="948938"/>
            <a:ext cx="3276792" cy="91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>
            <a:lvl1pPr algn="ctr">
              <a:defRPr sz="3000" b="1"/>
            </a:lvl1pPr>
          </a:lstStyle>
          <a:p>
            <a:r>
              <a:t>Introduction</a:t>
            </a:r>
          </a:p>
        </p:txBody>
      </p:sp>
      <p:sp>
        <p:nvSpPr>
          <p:cNvPr id="44" name="TextBox 2"/>
          <p:cNvSpPr txBox="1"/>
          <p:nvPr/>
        </p:nvSpPr>
        <p:spPr>
          <a:xfrm>
            <a:off x="504499" y="1938913"/>
            <a:ext cx="219547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 b="1"/>
            </a:lvl1pPr>
          </a:lstStyle>
          <a:p>
            <a:r>
              <a:rPr lang="en-IN" dirty="0"/>
              <a:t>What is StyleCart ?</a:t>
            </a:r>
            <a:endParaRPr dirty="0"/>
          </a:p>
        </p:txBody>
      </p:sp>
      <p:sp>
        <p:nvSpPr>
          <p:cNvPr id="45" name="TextBox 3"/>
          <p:cNvSpPr txBox="1"/>
          <p:nvPr/>
        </p:nvSpPr>
        <p:spPr>
          <a:xfrm>
            <a:off x="515442" y="2381140"/>
            <a:ext cx="813816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r>
              <a:rPr lang="en-US" dirty="0"/>
              <a:t>StyleCart is a </a:t>
            </a:r>
            <a:r>
              <a:rPr lang="en-US" b="1" dirty="0"/>
              <a:t>web-based e-commerce application</a:t>
            </a:r>
            <a:r>
              <a:rPr lang="en-US" dirty="0"/>
              <a:t> developed using Django that allows users to browse products, manage their cart, and simulate an online shopping experience.</a:t>
            </a:r>
          </a:p>
          <a:p>
            <a:r>
              <a:rPr lang="en-US" dirty="0"/>
              <a:t>It focuses on providing a simple, user-friendly interface along with dynamic backend functionality.</a:t>
            </a:r>
          </a:p>
        </p:txBody>
      </p:sp>
      <p:sp>
        <p:nvSpPr>
          <p:cNvPr id="46" name="TextBox 4"/>
          <p:cNvSpPr txBox="1"/>
          <p:nvPr/>
        </p:nvSpPr>
        <p:spPr>
          <a:xfrm>
            <a:off x="480427" y="3223112"/>
            <a:ext cx="2396266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/>
            </a:lvl1pPr>
          </a:lstStyle>
          <a:p>
            <a:r>
              <a:rPr dirty="0"/>
              <a:t>Purpose:</a:t>
            </a:r>
          </a:p>
        </p:txBody>
      </p:sp>
      <p:sp>
        <p:nvSpPr>
          <p:cNvPr id="47" name="TextBox 5"/>
          <p:cNvSpPr txBox="1"/>
          <p:nvPr/>
        </p:nvSpPr>
        <p:spPr>
          <a:xfrm>
            <a:off x="515442" y="3670949"/>
            <a:ext cx="813816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200"/>
            </a:lvl1pPr>
          </a:lstStyle>
          <a:p>
            <a:r>
              <a:rPr lang="en-US" sz="1400" dirty="0"/>
              <a:t>The goal of StyleCart is to design and develop a functional e-commerce platform that demonstrates real-world features such as product listing, cart management, and dynamic pricing.</a:t>
            </a:r>
          </a:p>
          <a:p>
            <a:r>
              <a:rPr lang="en-US" sz="1400" dirty="0"/>
              <a:t>It helps in understanding how modern online shopping systems work.</a:t>
            </a:r>
          </a:p>
        </p:txBody>
      </p:sp>
      <p:sp>
        <p:nvSpPr>
          <p:cNvPr id="48" name="TextBox 6"/>
          <p:cNvSpPr txBox="1"/>
          <p:nvPr/>
        </p:nvSpPr>
        <p:spPr>
          <a:xfrm>
            <a:off x="505471" y="4637044"/>
            <a:ext cx="279968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800" b="1"/>
            </a:lvl1pPr>
          </a:lstStyle>
          <a:p>
            <a:r>
              <a:t>Target  Audience:</a:t>
            </a:r>
          </a:p>
        </p:txBody>
      </p:sp>
      <p:sp>
        <p:nvSpPr>
          <p:cNvPr id="49" name="TextBox 7"/>
          <p:cNvSpPr txBox="1"/>
          <p:nvPr/>
        </p:nvSpPr>
        <p:spPr>
          <a:xfrm>
            <a:off x="525412" y="5156890"/>
            <a:ext cx="8138161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r>
              <a:rPr lang="en-IN" dirty="0"/>
              <a:t>General online shoppers</a:t>
            </a:r>
          </a:p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r>
              <a:rPr lang="en-IN" dirty="0"/>
              <a:t>Students learning e-commerce systems</a:t>
            </a:r>
          </a:p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r>
              <a:rPr lang="en-US" dirty="0"/>
              <a:t>Small businesses exploring online platforms </a:t>
            </a:r>
          </a:p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52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53" name="Google Shape;48;p1"/>
          <p:cNvSpPr txBox="1"/>
          <p:nvPr/>
        </p:nvSpPr>
        <p:spPr>
          <a:xfrm>
            <a:off x="1672998" y="-1176674"/>
            <a:ext cx="5450433" cy="2644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0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0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0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000" b="1">
                <a:solidFill>
                  <a:srgbClr val="FF0000"/>
                </a:solidFill>
              </a:defRPr>
            </a:pPr>
            <a:br/>
            <a:endParaRPr/>
          </a:p>
          <a:p>
            <a:pPr algn="ctr">
              <a:defRPr sz="3000" b="1"/>
            </a:pPr>
            <a:r>
              <a:t>Market Competitors</a:t>
            </a:r>
          </a:p>
        </p:txBody>
      </p:sp>
      <p:sp>
        <p:nvSpPr>
          <p:cNvPr id="54" name="TextBox 1"/>
          <p:cNvSpPr txBox="1"/>
          <p:nvPr/>
        </p:nvSpPr>
        <p:spPr>
          <a:xfrm>
            <a:off x="932127" y="1658266"/>
            <a:ext cx="185737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 u="sng"/>
            </a:lvl1pPr>
          </a:lstStyle>
          <a:p>
            <a:r>
              <a:t>Key Competitors:</a:t>
            </a:r>
          </a:p>
        </p:txBody>
      </p:sp>
      <p:sp>
        <p:nvSpPr>
          <p:cNvPr id="55" name="TextBox 2"/>
          <p:cNvSpPr txBox="1"/>
          <p:nvPr/>
        </p:nvSpPr>
        <p:spPr>
          <a:xfrm>
            <a:off x="786333" y="2199331"/>
            <a:ext cx="7223761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08610" indent="-308610">
              <a:buClr>
                <a:srgbClr val="000000"/>
              </a:buClr>
              <a:buSzPct val="100000"/>
              <a:buAutoNum type="arabicPeriod"/>
              <a:defRPr sz="2000" b="1"/>
            </a:pPr>
            <a:r>
              <a:rPr lang="en-US" sz="1800" dirty="0"/>
              <a:t>Amazon</a:t>
            </a:r>
          </a:p>
          <a:p>
            <a:pPr marL="501315" lvl="1" indent="-120315" defTabSz="457200">
              <a:spcBef>
                <a:spcPts val="1200"/>
              </a:spcBef>
              <a:buSzPct val="100000"/>
              <a:buChar char="•"/>
              <a:defRPr sz="1200"/>
            </a:pPr>
            <a:r>
              <a:rPr lang="en-US" dirty="0"/>
              <a:t>Large Scale e-commerce platform with advanced features and logistics</a:t>
            </a:r>
          </a:p>
        </p:txBody>
      </p:sp>
      <p:sp>
        <p:nvSpPr>
          <p:cNvPr id="56" name="TextBox 2"/>
          <p:cNvSpPr txBox="1"/>
          <p:nvPr/>
        </p:nvSpPr>
        <p:spPr>
          <a:xfrm>
            <a:off x="786334" y="3143998"/>
            <a:ext cx="722376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 b="1"/>
            </a:pPr>
            <a:r>
              <a:rPr dirty="0"/>
              <a:t>2.  </a:t>
            </a:r>
            <a:r>
              <a:rPr lang="en-US" dirty="0"/>
              <a:t>Flipkart</a:t>
            </a:r>
            <a:endParaRPr sz="1400" b="0" dirty="0"/>
          </a:p>
          <a:p>
            <a:pPr marL="501315" lvl="1" indent="-120315" defTabSz="457200">
              <a:spcBef>
                <a:spcPts val="1200"/>
              </a:spcBef>
              <a:buSzPct val="100000"/>
              <a:buChar char="•"/>
              <a:defRPr sz="1200"/>
            </a:pPr>
            <a:r>
              <a:rPr lang="en-US" dirty="0"/>
              <a:t>Popular Indian e-commerce platform offering wide product categories</a:t>
            </a:r>
            <a:endParaRPr dirty="0"/>
          </a:p>
        </p:txBody>
      </p:sp>
      <p:sp>
        <p:nvSpPr>
          <p:cNvPr id="57" name="TextBox 2"/>
          <p:cNvSpPr txBox="1"/>
          <p:nvPr/>
        </p:nvSpPr>
        <p:spPr>
          <a:xfrm>
            <a:off x="786334" y="4088665"/>
            <a:ext cx="722376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 b="1"/>
            </a:pPr>
            <a:r>
              <a:rPr dirty="0"/>
              <a:t>3. </a:t>
            </a:r>
            <a:r>
              <a:rPr lang="en-US" dirty="0"/>
              <a:t>Myntra</a:t>
            </a:r>
            <a:endParaRPr sz="1400" b="0" dirty="0"/>
          </a:p>
          <a:p>
            <a:pPr marL="501315" lvl="1" indent="-120315" defTabSz="457200">
              <a:spcBef>
                <a:spcPts val="1200"/>
              </a:spcBef>
              <a:buSzPct val="100000"/>
              <a:buChar char="•"/>
              <a:defRPr sz="1200"/>
            </a:pPr>
            <a:r>
              <a:rPr lang="en-US" dirty="0"/>
              <a:t>Specialized platform for fashion and lifestyle products</a:t>
            </a:r>
            <a:endParaRPr dirty="0"/>
          </a:p>
        </p:txBody>
      </p:sp>
      <p:sp>
        <p:nvSpPr>
          <p:cNvPr id="58" name="TextBox 2"/>
          <p:cNvSpPr txBox="1"/>
          <p:nvPr/>
        </p:nvSpPr>
        <p:spPr>
          <a:xfrm>
            <a:off x="786334" y="5033332"/>
            <a:ext cx="722376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 b="1"/>
            </a:pPr>
            <a:r>
              <a:rPr lang="en-IN" b="1" dirty="0"/>
              <a:t>Comparison:</a:t>
            </a:r>
          </a:p>
          <a:p>
            <a:pPr>
              <a:defRPr sz="1800" b="1"/>
            </a:pPr>
            <a:r>
              <a:rPr lang="en-US" dirty="0"/>
              <a:t>StyleCart is a simplified version of these platforms designed for learning and demonstration purposes.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61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62" name="Google Shape;48;p1"/>
          <p:cNvSpPr txBox="1"/>
          <p:nvPr/>
        </p:nvSpPr>
        <p:spPr>
          <a:xfrm>
            <a:off x="313818" y="3690492"/>
            <a:ext cx="9027351" cy="287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br/>
            <a:endParaRPr/>
          </a:p>
        </p:txBody>
      </p:sp>
      <p:sp>
        <p:nvSpPr>
          <p:cNvPr id="63" name="TextBox 1"/>
          <p:cNvSpPr txBox="1"/>
          <p:nvPr/>
        </p:nvSpPr>
        <p:spPr>
          <a:xfrm>
            <a:off x="2058869" y="1034791"/>
            <a:ext cx="4536057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/>
            </a:lvl1pPr>
          </a:lstStyle>
          <a:p>
            <a:r>
              <a:rPr dirty="0"/>
              <a:t>Competitive Advantages</a:t>
            </a:r>
          </a:p>
        </p:txBody>
      </p:sp>
      <p:sp>
        <p:nvSpPr>
          <p:cNvPr id="64" name="Rectangle 1"/>
          <p:cNvSpPr txBox="1"/>
          <p:nvPr/>
        </p:nvSpPr>
        <p:spPr>
          <a:xfrm>
            <a:off x="502925" y="3507695"/>
            <a:ext cx="758514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800"/>
            </a:pPr>
            <a:endParaRPr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B910D-B875-1721-27E2-08E2D0803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" y="2323246"/>
            <a:ext cx="812901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clean design for easy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Cart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cart updates with quantity and total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interaction between frontend and Django backend 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67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68" name="TextBox 1"/>
          <p:cNvSpPr txBox="1"/>
          <p:nvPr/>
        </p:nvSpPr>
        <p:spPr>
          <a:xfrm>
            <a:off x="3725838" y="1003091"/>
            <a:ext cx="1692323" cy="51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/>
            </a:lvl1pPr>
          </a:lstStyle>
          <a:p>
            <a:r>
              <a:t>Features</a:t>
            </a:r>
          </a:p>
        </p:txBody>
      </p:sp>
      <p:sp>
        <p:nvSpPr>
          <p:cNvPr id="69" name="Rectangle 1"/>
          <p:cNvSpPr txBox="1"/>
          <p:nvPr/>
        </p:nvSpPr>
        <p:spPr>
          <a:xfrm>
            <a:off x="621705" y="7678712"/>
            <a:ext cx="758514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F188B-93B7-1B28-3F90-F098987D8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16" y="1635867"/>
            <a:ext cx="80345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Listing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products with image, title, and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Category-Based Filtering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browse products by 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remove, and update product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Summary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total price and item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across different screen sizes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61CD-E5CB-39B1-0F36-47764FC6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14300"/>
            <a:r>
              <a:rPr lang="en-IN" sz="3600" b="1" dirty="0"/>
              <a:t>Homepage 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FDE28-AB70-B9A8-2195-C3BB72592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" y="1005840"/>
            <a:ext cx="8787384" cy="5486400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7D073-1F56-C473-71E5-A2147B6432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06" y="838200"/>
            <a:ext cx="5968279" cy="2510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066BC7-49DD-8A4F-7C1E-180706DD39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58" y="3349160"/>
            <a:ext cx="6912864" cy="24234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04BE08-6B30-E431-7346-9122E012F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791200"/>
            <a:ext cx="6341922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395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F556-B4EB-6A67-CF8E-7DED7C81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/>
              <a:t>Shop Section</a:t>
            </a:r>
            <a:endParaRPr lang="en-IN" sz="35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AEA9B-1525-820E-70EA-F043A6018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440"/>
            <a:ext cx="8229600" cy="4663123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410E2-5F4B-49B3-1BBD-4B8AD6524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0" y="1371601"/>
            <a:ext cx="8493245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010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4FDC-27DD-12CB-4F55-B29F0429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Cart Section</a:t>
            </a: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9866F-5D7E-FCBD-E20A-904B32819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F0771-B4C7-FEF8-2B8E-9D4C077E8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8275132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396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82C1-006B-FF71-BEE8-09FE4E780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Django Administration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4D288-2F61-3D83-072A-F3B67B6D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5846064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01255B-CCAA-09D7-585F-713B66F3F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943832"/>
            <a:ext cx="8458200" cy="434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792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72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3" name="Google Shape;48;p1"/>
          <p:cNvSpPr txBox="1"/>
          <p:nvPr/>
        </p:nvSpPr>
        <p:spPr>
          <a:xfrm>
            <a:off x="58325" y="2338162"/>
            <a:ext cx="9027350" cy="287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br/>
            <a:endParaRPr/>
          </a:p>
        </p:txBody>
      </p:sp>
      <p:sp>
        <p:nvSpPr>
          <p:cNvPr id="74" name="TextBox 1"/>
          <p:cNvSpPr txBox="1"/>
          <p:nvPr/>
        </p:nvSpPr>
        <p:spPr>
          <a:xfrm>
            <a:off x="2814359" y="1051421"/>
            <a:ext cx="3660761" cy="51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/>
            </a:lvl1pPr>
          </a:lstStyle>
          <a:p>
            <a:r>
              <a:t>Upcoming Features</a:t>
            </a:r>
          </a:p>
        </p:txBody>
      </p:sp>
      <p:sp>
        <p:nvSpPr>
          <p:cNvPr id="75" name="Rectangle 1"/>
          <p:cNvSpPr txBox="1"/>
          <p:nvPr/>
        </p:nvSpPr>
        <p:spPr>
          <a:xfrm>
            <a:off x="534323" y="2971532"/>
            <a:ext cx="758514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BB1B9-DEE5-2D69-1FC8-F37E1189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35" y="2690337"/>
            <a:ext cx="77171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Gateway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UPI for online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Tracking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order status after purchase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78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79" name="Google Shape;48;p1"/>
          <p:cNvSpPr txBox="1"/>
          <p:nvPr/>
        </p:nvSpPr>
        <p:spPr>
          <a:xfrm>
            <a:off x="58325" y="2338162"/>
            <a:ext cx="9027350" cy="287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br/>
            <a:endParaRPr/>
          </a:p>
        </p:txBody>
      </p:sp>
      <p:sp>
        <p:nvSpPr>
          <p:cNvPr id="80" name="TextBox 3"/>
          <p:cNvSpPr txBox="1"/>
          <p:nvPr/>
        </p:nvSpPr>
        <p:spPr>
          <a:xfrm>
            <a:off x="502924" y="1180469"/>
            <a:ext cx="7926737" cy="4955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800" b="1"/>
            </a:pPr>
            <a:r>
              <a:rPr dirty="0"/>
              <a:t>                         </a:t>
            </a:r>
            <a:r>
              <a:rPr sz="3000" dirty="0"/>
              <a:t>Conclusion</a:t>
            </a:r>
          </a:p>
          <a:p>
            <a:pPr>
              <a:defRPr sz="2800" b="1"/>
            </a:pPr>
            <a:endParaRPr sz="3000" dirty="0"/>
          </a:p>
          <a:p>
            <a:pPr>
              <a:defRPr sz="2000" b="1"/>
            </a:pPr>
            <a:r>
              <a:rPr dirty="0"/>
              <a:t>Summary</a:t>
            </a:r>
            <a:r>
              <a:rPr b="0" dirty="0"/>
              <a:t>:</a:t>
            </a:r>
          </a:p>
          <a:p>
            <a:pPr>
              <a:defRPr sz="1800"/>
            </a:pPr>
            <a:endParaRPr b="0" dirty="0"/>
          </a:p>
          <a:p>
            <a:r>
              <a:rPr lang="en-US" sz="2000" b="1" dirty="0"/>
              <a:t>StyleCart</a:t>
            </a:r>
            <a:r>
              <a:rPr lang="en-US" sz="2000" dirty="0"/>
              <a:t> focuses on building a functional </a:t>
            </a:r>
            <a:r>
              <a:rPr lang="en-US" sz="2000" b="1" dirty="0"/>
              <a:t>e-commerce system </a:t>
            </a:r>
            <a:r>
              <a:rPr lang="en-US" sz="2000" dirty="0"/>
              <a:t>using </a:t>
            </a:r>
            <a:r>
              <a:rPr lang="en-US" sz="2000" b="1" dirty="0"/>
              <a:t>Django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It demonstrates key features such as product browsing, cart management, and backend integration.</a:t>
            </a:r>
          </a:p>
          <a:p>
            <a:endParaRPr lang="en-US" sz="2000" dirty="0"/>
          </a:p>
          <a:p>
            <a:r>
              <a:rPr lang="en-US" sz="2000" dirty="0"/>
              <a:t>The project provides hands-on experience in full-stack development and simulates real-world online shopping platforms.</a:t>
            </a:r>
          </a:p>
          <a:p>
            <a:pPr defTabSz="457200">
              <a:spcBef>
                <a:spcPts val="1200"/>
              </a:spcBef>
            </a:pPr>
            <a:endParaRPr sz="2000" dirty="0"/>
          </a:p>
          <a:p>
            <a:pPr lvl="1" indent="457200"/>
            <a:endParaRPr dirty="0"/>
          </a:p>
          <a:p>
            <a:pPr lvl="1" indent="457200"/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401</Words>
  <Application>Microsoft Office PowerPoint</Application>
  <PresentationFormat>On-screen Show (4:3)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Technologies Used</vt:lpstr>
      <vt:lpstr>PowerPoint Presentation</vt:lpstr>
      <vt:lpstr>PowerPoint Presentation</vt:lpstr>
      <vt:lpstr>PowerPoint Presentation</vt:lpstr>
      <vt:lpstr>PowerPoint Presentation</vt:lpstr>
      <vt:lpstr>Homepage UI</vt:lpstr>
      <vt:lpstr>Shop Section</vt:lpstr>
      <vt:lpstr>Cart Section</vt:lpstr>
      <vt:lpstr>Django Administration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Parag .</cp:lastModifiedBy>
  <cp:revision>20</cp:revision>
  <dcterms:modified xsi:type="dcterms:W3CDTF">2026-05-15T12:34:58Z</dcterms:modified>
</cp:coreProperties>
</file>